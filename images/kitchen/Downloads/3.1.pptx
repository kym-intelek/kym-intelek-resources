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88" r:id="rId3"/>
    <p:sldId id="292" r:id="rId4"/>
    <p:sldId id="300" r:id="rId5"/>
    <p:sldId id="301" r:id="rId6"/>
    <p:sldId id="302" r:id="rId7"/>
    <p:sldId id="303" r:id="rId8"/>
    <p:sldId id="290" r:id="rId9"/>
    <p:sldId id="310" r:id="rId10"/>
    <p:sldId id="311" r:id="rId11"/>
    <p:sldId id="312" r:id="rId12"/>
    <p:sldId id="313" r:id="rId13"/>
    <p:sldId id="314" r:id="rId14"/>
    <p:sldId id="315" r:id="rId15"/>
    <p:sldId id="316" r:id="rId16"/>
  </p:sldIdLst>
  <p:sldSz cx="9144000" cy="6858000" type="screen4x3"/>
  <p:notesSz cx="6743700" cy="987583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7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F77D"/>
    <a:srgbClr val="FFCCFF"/>
    <a:srgbClr val="FFFF66"/>
    <a:srgbClr val="FBB3F1"/>
    <a:srgbClr val="98B5D8"/>
    <a:srgbClr val="BEC9CC"/>
    <a:srgbClr val="99FF66"/>
    <a:srgbClr val="F7FC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7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zatus Syima Bt Azizan" userId="a8d5fb72-83ed-427f-9920-4724aeaa9a9e" providerId="ADAL" clId="{20D8640E-1D98-4E5E-B921-890CDF1CC269}"/>
    <pc:docChg chg="custSel modSld">
      <pc:chgData name="Ezzatus Syima Bt Azizan" userId="a8d5fb72-83ed-427f-9920-4724aeaa9a9e" providerId="ADAL" clId="{20D8640E-1D98-4E5E-B921-890CDF1CC269}" dt="2025-09-02T02:11:59.721" v="45" actId="15"/>
      <pc:docMkLst>
        <pc:docMk/>
      </pc:docMkLst>
      <pc:sldChg chg="addSp modSp">
        <pc:chgData name="Ezzatus Syima Bt Azizan" userId="a8d5fb72-83ed-427f-9920-4724aeaa9a9e" providerId="ADAL" clId="{20D8640E-1D98-4E5E-B921-890CDF1CC269}" dt="2025-09-02T02:10:47.892" v="32" actId="20577"/>
        <pc:sldMkLst>
          <pc:docMk/>
          <pc:sldMk cId="0" sldId="292"/>
        </pc:sldMkLst>
        <pc:spChg chg="add mod">
          <ac:chgData name="Ezzatus Syima Bt Azizan" userId="a8d5fb72-83ed-427f-9920-4724aeaa9a9e" providerId="ADAL" clId="{20D8640E-1D98-4E5E-B921-890CDF1CC269}" dt="2025-09-02T02:08:58.375" v="3" actId="27636"/>
          <ac:spMkLst>
            <pc:docMk/>
            <pc:sldMk cId="0" sldId="292"/>
            <ac:spMk id="2" creationId="{76B6F725-A74E-4531-A96E-7ECB2550605C}"/>
          </ac:spMkLst>
        </pc:spChg>
        <pc:spChg chg="mod">
          <ac:chgData name="Ezzatus Syima Bt Azizan" userId="a8d5fb72-83ed-427f-9920-4724aeaa9a9e" providerId="ADAL" clId="{20D8640E-1D98-4E5E-B921-890CDF1CC269}" dt="2025-09-02T02:10:47.892" v="32" actId="20577"/>
          <ac:spMkLst>
            <pc:docMk/>
            <pc:sldMk cId="0" sldId="292"/>
            <ac:spMk id="3" creationId="{00000000-0000-0000-0000-000000000000}"/>
          </ac:spMkLst>
        </pc:spChg>
      </pc:sldChg>
      <pc:sldChg chg="modSp modAnim">
        <pc:chgData name="Ezzatus Syima Bt Azizan" userId="a8d5fb72-83ed-427f-9920-4724aeaa9a9e" providerId="ADAL" clId="{20D8640E-1D98-4E5E-B921-890CDF1CC269}" dt="2025-09-02T02:11:37.682" v="42" actId="15"/>
        <pc:sldMkLst>
          <pc:docMk/>
          <pc:sldMk cId="0" sldId="300"/>
        </pc:sldMkLst>
        <pc:spChg chg="mod">
          <ac:chgData name="Ezzatus Syima Bt Azizan" userId="a8d5fb72-83ed-427f-9920-4724aeaa9a9e" providerId="ADAL" clId="{20D8640E-1D98-4E5E-B921-890CDF1CC269}" dt="2025-09-02T02:11:37.682" v="42" actId="15"/>
          <ac:spMkLst>
            <pc:docMk/>
            <pc:sldMk cId="0" sldId="300"/>
            <ac:spMk id="3" creationId="{00000000-0000-0000-0000-000000000000}"/>
          </ac:spMkLst>
        </pc:spChg>
      </pc:sldChg>
      <pc:sldChg chg="modSp modAnim">
        <pc:chgData name="Ezzatus Syima Bt Azizan" userId="a8d5fb72-83ed-427f-9920-4724aeaa9a9e" providerId="ADAL" clId="{20D8640E-1D98-4E5E-B921-890CDF1CC269}" dt="2025-09-02T02:11:59.721" v="45" actId="15"/>
        <pc:sldMkLst>
          <pc:docMk/>
          <pc:sldMk cId="0" sldId="301"/>
        </pc:sldMkLst>
        <pc:spChg chg="mod">
          <ac:chgData name="Ezzatus Syima Bt Azizan" userId="a8d5fb72-83ed-427f-9920-4724aeaa9a9e" providerId="ADAL" clId="{20D8640E-1D98-4E5E-B921-890CDF1CC269}" dt="2025-09-02T02:11:59.721" v="45" actId="15"/>
          <ac:spMkLst>
            <pc:docMk/>
            <pc:sldMk cId="0" sldId="301"/>
            <ac:spMk id="3" creationId="{00000000-0000-0000-0000-000000000000}"/>
          </ac:spMkLst>
        </pc:spChg>
      </pc:sldChg>
    </pc:docChg>
  </pc:docChgLst>
  <pc:docChgLst>
    <pc:chgData name="Ezzatus Syima Bt Azizan" userId="a8d5fb72-83ed-427f-9920-4724aeaa9a9e" providerId="ADAL" clId="{F9358209-01D6-464F-8097-4FFCDA07DD2A}"/>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2588" cy="493713"/>
          </a:xfrm>
          <a:prstGeom prst="rect">
            <a:avLst/>
          </a:prstGeom>
        </p:spPr>
        <p:txBody>
          <a:bodyPr vert="horz" lIns="91440" tIns="45720" rIns="91440" bIns="45720" rtlCol="0"/>
          <a:lstStyle>
            <a:lvl1pPr algn="l" eaLnBrk="1" hangingPunct="1">
              <a:defRPr sz="1200">
                <a:latin typeface="Arial" panose="020B0604020202020204" pitchFamily="34" charset="0"/>
                <a:cs typeface="Arial" panose="020B0604020202020204" pitchFamily="34" charset="0"/>
              </a:defRPr>
            </a:lvl1pPr>
          </a:lstStyle>
          <a:p>
            <a:pPr>
              <a:defRPr/>
            </a:pPr>
            <a:endParaRPr lang="en-MY"/>
          </a:p>
        </p:txBody>
      </p:sp>
      <p:sp>
        <p:nvSpPr>
          <p:cNvPr id="3" name="Date Placeholder 2"/>
          <p:cNvSpPr>
            <a:spLocks noGrp="1"/>
          </p:cNvSpPr>
          <p:nvPr>
            <p:ph type="dt" sz="quarter" idx="1"/>
          </p:nvPr>
        </p:nvSpPr>
        <p:spPr>
          <a:xfrm>
            <a:off x="3819525" y="0"/>
            <a:ext cx="2922588" cy="493713"/>
          </a:xfrm>
          <a:prstGeom prst="rect">
            <a:avLst/>
          </a:prstGeom>
        </p:spPr>
        <p:txBody>
          <a:bodyPr vert="horz" lIns="91440" tIns="45720" rIns="91440" bIns="45720" rtlCol="0"/>
          <a:lstStyle>
            <a:lvl1pPr algn="r" eaLnBrk="1" hangingPunct="1">
              <a:defRPr sz="1200">
                <a:latin typeface="Arial" panose="020B0604020202020204" pitchFamily="34" charset="0"/>
                <a:cs typeface="Arial" panose="020B0604020202020204" pitchFamily="34" charset="0"/>
              </a:defRPr>
            </a:lvl1pPr>
          </a:lstStyle>
          <a:p>
            <a:pPr>
              <a:defRPr/>
            </a:pPr>
            <a:fld id="{6FA95B13-B393-45CF-AEDE-214BA713AD16}" type="datetimeFigureOut">
              <a:rPr lang="en-MY"/>
              <a:t>2/9/2025</a:t>
            </a:fld>
            <a:endParaRPr lang="en-MY"/>
          </a:p>
        </p:txBody>
      </p:sp>
      <p:sp>
        <p:nvSpPr>
          <p:cNvPr id="4" name="Footer Placeholder 3"/>
          <p:cNvSpPr>
            <a:spLocks noGrp="1"/>
          </p:cNvSpPr>
          <p:nvPr>
            <p:ph type="ftr" sz="quarter" idx="2"/>
          </p:nvPr>
        </p:nvSpPr>
        <p:spPr>
          <a:xfrm>
            <a:off x="0" y="9380538"/>
            <a:ext cx="2922588" cy="493712"/>
          </a:xfrm>
          <a:prstGeom prst="rect">
            <a:avLst/>
          </a:prstGeom>
        </p:spPr>
        <p:txBody>
          <a:bodyPr vert="horz" lIns="91440" tIns="45720" rIns="91440" bIns="45720" rtlCol="0" anchor="b"/>
          <a:lstStyle>
            <a:lvl1pPr algn="l" eaLnBrk="1" hangingPunct="1">
              <a:defRPr sz="1200">
                <a:latin typeface="Arial" panose="020B0604020202020204" pitchFamily="34" charset="0"/>
                <a:cs typeface="Arial" panose="020B0604020202020204" pitchFamily="34" charset="0"/>
              </a:defRPr>
            </a:lvl1pPr>
          </a:lstStyle>
          <a:p>
            <a:pPr>
              <a:defRPr/>
            </a:pPr>
            <a:endParaRPr lang="en-MY"/>
          </a:p>
        </p:txBody>
      </p:sp>
      <p:sp>
        <p:nvSpPr>
          <p:cNvPr id="5" name="Slide Number Placeholder 4"/>
          <p:cNvSpPr>
            <a:spLocks noGrp="1"/>
          </p:cNvSpPr>
          <p:nvPr>
            <p:ph type="sldNum" sz="quarter" idx="3"/>
          </p:nvPr>
        </p:nvSpPr>
        <p:spPr>
          <a:xfrm>
            <a:off x="3819525" y="9380538"/>
            <a:ext cx="2922588" cy="493712"/>
          </a:xfrm>
          <a:prstGeom prst="rect">
            <a:avLst/>
          </a:prstGeom>
        </p:spPr>
        <p:txBody>
          <a:bodyPr vert="horz" wrap="square" lIns="91440" tIns="45720" rIns="91440" bIns="45720" numCol="1" anchor="b" anchorCtr="0" compatLnSpc="1"/>
          <a:lstStyle>
            <a:lvl1pPr algn="r" eaLnBrk="1" hangingPunct="1">
              <a:defRPr sz="1200"/>
            </a:lvl1pPr>
          </a:lstStyle>
          <a:p>
            <a:fld id="{F5BBB290-650B-43A4-875B-041DC7B7560F}" type="slidenum">
              <a:rPr lang="en-MY" altLang="en-US"/>
              <a:t>‹#›</a:t>
            </a:fld>
            <a:endParaRPr lang="en-MY"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22588" cy="493713"/>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atin typeface="Arial" panose="020B0604020202020204" pitchFamily="34" charset="0"/>
                <a:cs typeface="Arial" panose="020B0604020202020204" pitchFamily="34" charset="0"/>
              </a:defRPr>
            </a:lvl1pPr>
          </a:lstStyle>
          <a:p>
            <a:pPr>
              <a:defRPr/>
            </a:pPr>
            <a:endParaRPr lang="en-US"/>
          </a:p>
        </p:txBody>
      </p:sp>
      <p:sp>
        <p:nvSpPr>
          <p:cNvPr id="48131" name="Rectangle 3"/>
          <p:cNvSpPr>
            <a:spLocks noGrp="1" noChangeArrowheads="1"/>
          </p:cNvSpPr>
          <p:nvPr>
            <p:ph type="dt" idx="1"/>
          </p:nvPr>
        </p:nvSpPr>
        <p:spPr bwMode="auto">
          <a:xfrm>
            <a:off x="3819525" y="0"/>
            <a:ext cx="2922588" cy="493713"/>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atin typeface="Arial" panose="020B0604020202020204" pitchFamily="34" charset="0"/>
                <a:cs typeface="Arial" panose="020B0604020202020204" pitchFamily="34" charset="0"/>
              </a:defRPr>
            </a:lvl1pPr>
          </a:lstStyle>
          <a:p>
            <a:pPr>
              <a:defRPr/>
            </a:pPr>
            <a:fld id="{4342A539-7108-470C-ACB1-D526C60F7CAD}" type="datetimeFigureOut">
              <a:rPr lang="en-US"/>
              <a:t>9/2/2025</a:t>
            </a:fld>
            <a:endParaRPr lang="en-US"/>
          </a:p>
        </p:txBody>
      </p:sp>
      <p:sp>
        <p:nvSpPr>
          <p:cNvPr id="3076" name="Rectangle 4"/>
          <p:cNvSpPr>
            <a:spLocks noGrp="1" noRot="1" noChangeAspect="1" noChangeArrowheads="1" noTextEdit="1"/>
          </p:cNvSpPr>
          <p:nvPr>
            <p:ph type="sldImg" idx="2"/>
          </p:nvPr>
        </p:nvSpPr>
        <p:spPr bwMode="auto">
          <a:xfrm>
            <a:off x="904875" y="741363"/>
            <a:ext cx="4933950"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3" name="Rectangle 5"/>
          <p:cNvSpPr>
            <a:spLocks noGrp="1" noChangeArrowheads="1"/>
          </p:cNvSpPr>
          <p:nvPr>
            <p:ph type="body" sz="quarter" idx="3"/>
          </p:nvPr>
        </p:nvSpPr>
        <p:spPr bwMode="auto">
          <a:xfrm>
            <a:off x="674688" y="4691063"/>
            <a:ext cx="5394325" cy="4443412"/>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9380538"/>
            <a:ext cx="2922588" cy="493712"/>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atin typeface="Arial" panose="020B0604020202020204" pitchFamily="34" charset="0"/>
                <a:cs typeface="Arial" panose="020B0604020202020204" pitchFamily="34" charset="0"/>
              </a:defRPr>
            </a:lvl1pPr>
          </a:lstStyle>
          <a:p>
            <a:pPr>
              <a:defRPr/>
            </a:pPr>
            <a:endParaRPr lang="en-US"/>
          </a:p>
        </p:txBody>
      </p:sp>
      <p:sp>
        <p:nvSpPr>
          <p:cNvPr id="48135" name="Rectangle 7"/>
          <p:cNvSpPr>
            <a:spLocks noGrp="1" noChangeArrowheads="1"/>
          </p:cNvSpPr>
          <p:nvPr>
            <p:ph type="sldNum" sz="quarter" idx="5"/>
          </p:nvPr>
        </p:nvSpPr>
        <p:spPr bwMode="auto">
          <a:xfrm>
            <a:off x="3819525" y="9380538"/>
            <a:ext cx="2922588" cy="493712"/>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BC8344BE-C6F6-4DF4-82AB-A720B8E29B28}"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7BB1B3A8-C908-44DC-B4EA-C1BFD9701EB9}" type="datetime1">
              <a:rPr lang="en-MY"/>
              <a:t>2/9/2025</a:t>
            </a:fld>
            <a:endParaRPr lang="en-MY"/>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FEDD736F-00FF-4466-834F-AA0D3F8D5BDC}" type="slidenum">
              <a:rPr lang="en-MY" altLang="en-US"/>
              <a:t>‹#›</a:t>
            </a:fld>
            <a:endParaRPr lang="en-MY"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F5A521B-31CE-404C-98E3-C13D8921E572}" type="datetime1">
              <a:rPr lang="en-MY"/>
              <a:t>2/9/2025</a:t>
            </a:fld>
            <a:endParaRPr lang="en-MY"/>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072FF974-0670-4766-9342-C15799CD14DE}" type="slidenum">
              <a:rPr lang="en-MY" altLang="en-US"/>
              <a:t>‹#›</a:t>
            </a:fld>
            <a:endParaRPr lang="en-MY"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F8AFBFD-6DA2-4AB5-B096-2B4D487CA3CD}" type="datetime1">
              <a:rPr lang="en-MY"/>
              <a:t>2/9/2025</a:t>
            </a:fld>
            <a:endParaRPr lang="en-MY"/>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EC75C267-A64E-47A9-9A08-51616F6A5CD8}" type="slidenum">
              <a:rPr lang="en-MY" altLang="en-US"/>
              <a:t>‹#›</a:t>
            </a:fld>
            <a:endParaRPr lang="en-MY"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41B5D83-0358-4E4B-AA18-42013158909C}" type="datetime1">
              <a:rPr lang="en-MY"/>
              <a:t>2/9/2025</a:t>
            </a:fld>
            <a:endParaRPr lang="en-MY"/>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AB825ED7-A715-492C-B139-9323272DA5AD}" type="slidenum">
              <a:rPr lang="en-MY" altLang="en-US"/>
              <a:t>‹#›</a:t>
            </a:fld>
            <a:endParaRPr lang="en-MY"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B4F1F286-6C00-4AF4-B01B-6C699732DAAC}" type="datetime1">
              <a:rPr lang="en-MY"/>
              <a:t>2/9/2025</a:t>
            </a:fld>
            <a:endParaRPr lang="en-MY"/>
          </a:p>
        </p:txBody>
      </p:sp>
      <p:sp>
        <p:nvSpPr>
          <p:cNvPr id="8" name="Footer Placeholder 4"/>
          <p:cNvSpPr>
            <a:spLocks noGrp="1"/>
          </p:cNvSpPr>
          <p:nvPr>
            <p:ph type="ftr" sz="quarter" idx="11"/>
          </p:nvPr>
        </p:nvSpPr>
        <p:spPr/>
        <p:txBody>
          <a:bodyPr/>
          <a:lstStyle>
            <a:lvl1pPr>
              <a:defRPr/>
            </a:lvl1pPr>
          </a:lstStyle>
          <a:p>
            <a:pPr>
              <a:defRPr/>
            </a:pPr>
            <a:endParaRPr lang="en-MY"/>
          </a:p>
        </p:txBody>
      </p:sp>
      <p:sp>
        <p:nvSpPr>
          <p:cNvPr id="9" name="Slide Number Placeholder 5"/>
          <p:cNvSpPr>
            <a:spLocks noGrp="1"/>
          </p:cNvSpPr>
          <p:nvPr>
            <p:ph type="sldNum" sz="quarter" idx="12"/>
          </p:nvPr>
        </p:nvSpPr>
        <p:spPr/>
        <p:txBody>
          <a:bodyPr/>
          <a:lstStyle>
            <a:lvl1pPr>
              <a:defRPr/>
            </a:lvl1pPr>
          </a:lstStyle>
          <a:p>
            <a:fld id="{982FAF4E-9D4E-4946-93A2-E2D1A5009801}" type="slidenum">
              <a:rPr lang="en-MY" altLang="en-US"/>
              <a:t>‹#›</a:t>
            </a:fld>
            <a:endParaRPr lang="en-MY"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46220816-0EF5-4070-9FF8-9C937A1EB6C2}" type="datetime1">
              <a:rPr lang="en-MY"/>
              <a:t>2/9/2025</a:t>
            </a:fld>
            <a:endParaRPr lang="en-MY"/>
          </a:p>
        </p:txBody>
      </p:sp>
      <p:sp>
        <p:nvSpPr>
          <p:cNvPr id="4" name="Footer Placeholder 4"/>
          <p:cNvSpPr>
            <a:spLocks noGrp="1"/>
          </p:cNvSpPr>
          <p:nvPr>
            <p:ph type="ftr" sz="quarter" idx="11"/>
          </p:nvPr>
        </p:nvSpPr>
        <p:spPr/>
        <p:txBody>
          <a:bodyPr/>
          <a:lstStyle>
            <a:lvl1pPr>
              <a:defRPr/>
            </a:lvl1pPr>
          </a:lstStyle>
          <a:p>
            <a:pPr>
              <a:defRPr/>
            </a:pPr>
            <a:endParaRPr lang="en-MY"/>
          </a:p>
        </p:txBody>
      </p:sp>
      <p:sp>
        <p:nvSpPr>
          <p:cNvPr id="5" name="Slide Number Placeholder 5"/>
          <p:cNvSpPr>
            <a:spLocks noGrp="1"/>
          </p:cNvSpPr>
          <p:nvPr>
            <p:ph type="sldNum" sz="quarter" idx="12"/>
          </p:nvPr>
        </p:nvSpPr>
        <p:spPr/>
        <p:txBody>
          <a:bodyPr/>
          <a:lstStyle>
            <a:lvl1pPr>
              <a:defRPr/>
            </a:lvl1pPr>
          </a:lstStyle>
          <a:p>
            <a:fld id="{8EB8F28A-7BF6-43D4-BACB-7FDC8C77CA67}" type="slidenum">
              <a:rPr lang="en-MY" altLang="en-US"/>
              <a:t>‹#›</a:t>
            </a:fld>
            <a:endParaRPr lang="en-MY"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5EF9041-C05D-40F1-B813-CA1A8B00E8CE}" type="datetime1">
              <a:rPr lang="en-MY"/>
              <a:t>2/9/2025</a:t>
            </a:fld>
            <a:endParaRPr lang="en-MY"/>
          </a:p>
        </p:txBody>
      </p:sp>
      <p:sp>
        <p:nvSpPr>
          <p:cNvPr id="3" name="Footer Placeholder 4"/>
          <p:cNvSpPr>
            <a:spLocks noGrp="1"/>
          </p:cNvSpPr>
          <p:nvPr>
            <p:ph type="ftr" sz="quarter" idx="11"/>
          </p:nvPr>
        </p:nvSpPr>
        <p:spPr/>
        <p:txBody>
          <a:bodyPr/>
          <a:lstStyle>
            <a:lvl1pPr>
              <a:defRPr/>
            </a:lvl1pPr>
          </a:lstStyle>
          <a:p>
            <a:pPr>
              <a:defRPr/>
            </a:pPr>
            <a:endParaRPr lang="en-MY"/>
          </a:p>
        </p:txBody>
      </p:sp>
      <p:sp>
        <p:nvSpPr>
          <p:cNvPr id="4" name="Slide Number Placeholder 5"/>
          <p:cNvSpPr>
            <a:spLocks noGrp="1"/>
          </p:cNvSpPr>
          <p:nvPr>
            <p:ph type="sldNum" sz="quarter" idx="12"/>
          </p:nvPr>
        </p:nvSpPr>
        <p:spPr/>
        <p:txBody>
          <a:bodyPr/>
          <a:lstStyle>
            <a:lvl1pPr>
              <a:defRPr/>
            </a:lvl1pPr>
          </a:lstStyle>
          <a:p>
            <a:fld id="{7C0C114F-A745-46EC-9ACB-7F5D7786635A}" type="slidenum">
              <a:rPr lang="en-MY" altLang="en-US"/>
              <a:t>‹#›</a:t>
            </a:fld>
            <a:endParaRPr lang="en-MY"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A679A6F-180A-4B34-B978-7F03B582CF35}" type="datetime1">
              <a:rPr lang="en-MY"/>
              <a:t>2/9/2025</a:t>
            </a:fld>
            <a:endParaRPr lang="en-MY"/>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E48FAF64-EC8E-4DAD-9F86-2ACB1201A7C1}" type="slidenum">
              <a:rPr lang="en-MY" altLang="en-US"/>
              <a:t>‹#›</a:t>
            </a:fld>
            <a:endParaRPr lang="en-MY"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85346" y="2971800"/>
            <a:ext cx="4171242" cy="2819400"/>
          </a:xfrm>
        </p:spPr>
        <p:txBody>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815DE7B-9B3F-4D94-9DDC-DFD9E6DC9A7A}" type="datetime1">
              <a:rPr lang="en-MY"/>
              <a:t>2/9/2025</a:t>
            </a:fld>
            <a:endParaRPr lang="en-MY"/>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30C76029-E190-46F6-973F-A244E5C8F2EA}" type="slidenum">
              <a:rPr lang="en-MY" altLang="en-US"/>
              <a:t>‹#›</a:t>
            </a:fld>
            <a:endParaRPr lang="en-MY"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85346" y="5108728"/>
            <a:ext cx="7774499" cy="682472"/>
          </a:xfrm>
        </p:spPr>
        <p:txBody>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D3AAA9E-B2F5-4DD7-82F3-1936915786BB}" type="datetime1">
              <a:rPr lang="en-MY"/>
              <a:t>2/9/2025</a:t>
            </a:fld>
            <a:endParaRPr lang="en-MY"/>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A313B9A7-9AC1-4898-AD07-3A3599CEBFDE}" type="slidenum">
              <a:rPr lang="en-MY" altLang="en-US"/>
              <a:t>‹#›</a:t>
            </a:fld>
            <a:endParaRPr lang="en-MY"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C661AED-6F14-455E-8ABC-BBEEB6DEFE93}" type="datetime1">
              <a:rPr lang="en-MY"/>
              <a:t>2/9/2025</a:t>
            </a:fld>
            <a:endParaRPr lang="en-MY"/>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4AA2BB93-2C54-4EC7-BCC3-FB20C8D3F5AA}" type="slidenum">
              <a:rPr lang="en-MY" altLang="en-US"/>
              <a:t>‹#›</a:t>
            </a:fld>
            <a:endParaRPr lang="en-MY"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TextBox 4"/>
          <p:cNvSpPr txBox="1"/>
          <p:nvPr/>
        </p:nvSpPr>
        <p:spPr>
          <a:xfrm>
            <a:off x="504825" y="641350"/>
            <a:ext cx="457200" cy="585788"/>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en-US" sz="8000" dirty="0">
                <a:effectLst/>
              </a:rPr>
              <a:t>“</a:t>
            </a:r>
          </a:p>
        </p:txBody>
      </p:sp>
      <p:sp>
        <p:nvSpPr>
          <p:cNvPr id="6" name="TextBox 5"/>
          <p:cNvSpPr txBox="1"/>
          <p:nvPr/>
        </p:nvSpPr>
        <p:spPr>
          <a:xfrm>
            <a:off x="7947025" y="3073400"/>
            <a:ext cx="4572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defRPr/>
            </a:pPr>
            <a:r>
              <a:rPr lang="en-US" sz="8000" dirty="0">
                <a:effectLst/>
              </a:rPr>
              <a:t>”</a:t>
            </a:r>
          </a:p>
        </p:txBody>
      </p:sp>
      <p:sp>
        <p:nvSpPr>
          <p:cNvPr id="2" name="Title 1"/>
          <p:cNvSpPr>
            <a:spLocks noGrp="1"/>
          </p:cNvSpPr>
          <p:nvPr>
            <p:ph type="title"/>
          </p:nvPr>
        </p:nvSpPr>
        <p:spPr>
          <a:xfrm>
            <a:off x="1084659" y="609600"/>
            <a:ext cx="6977064" cy="2992904"/>
          </a:xfrm>
        </p:spPr>
        <p:txBody>
          <a:bodyP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Date Placeholder 4"/>
          <p:cNvSpPr>
            <a:spLocks noGrp="1"/>
          </p:cNvSpPr>
          <p:nvPr>
            <p:ph type="dt" sz="half" idx="14"/>
          </p:nvPr>
        </p:nvSpPr>
        <p:spPr/>
        <p:txBody>
          <a:bodyPr/>
          <a:lstStyle>
            <a:lvl1pPr>
              <a:defRPr/>
            </a:lvl1pPr>
          </a:lstStyle>
          <a:p>
            <a:pPr>
              <a:defRPr/>
            </a:pPr>
            <a:fld id="{2779C617-C6B4-4EA9-9A35-3D7FECB2579B}" type="datetime1">
              <a:rPr lang="en-MY"/>
              <a:t>2/9/2025</a:t>
            </a:fld>
            <a:endParaRPr lang="en-MY"/>
          </a:p>
        </p:txBody>
      </p:sp>
      <p:sp>
        <p:nvSpPr>
          <p:cNvPr id="8" name="Footer Placeholder 5"/>
          <p:cNvSpPr>
            <a:spLocks noGrp="1"/>
          </p:cNvSpPr>
          <p:nvPr>
            <p:ph type="ftr" sz="quarter" idx="15"/>
          </p:nvPr>
        </p:nvSpPr>
        <p:spPr/>
        <p:txBody>
          <a:bodyPr/>
          <a:lstStyle>
            <a:lvl1pPr>
              <a:defRPr/>
            </a:lvl1pPr>
          </a:lstStyle>
          <a:p>
            <a:pPr>
              <a:defRPr/>
            </a:pPr>
            <a:endParaRPr lang="en-MY"/>
          </a:p>
        </p:txBody>
      </p:sp>
      <p:sp>
        <p:nvSpPr>
          <p:cNvPr id="9" name="Slide Number Placeholder 6"/>
          <p:cNvSpPr>
            <a:spLocks noGrp="1"/>
          </p:cNvSpPr>
          <p:nvPr>
            <p:ph type="sldNum" sz="quarter" idx="16"/>
          </p:nvPr>
        </p:nvSpPr>
        <p:spPr/>
        <p:txBody>
          <a:bodyPr/>
          <a:lstStyle>
            <a:lvl1pPr>
              <a:defRPr/>
            </a:lvl1pPr>
          </a:lstStyle>
          <a:p>
            <a:fld id="{08032FD0-65F9-468B-8C1F-87F5AFE6EA1B}" type="slidenum">
              <a:rPr lang="en-MY" altLang="en-US"/>
              <a:t>‹#›</a:t>
            </a:fld>
            <a:endParaRPr lang="en-MY"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2BB9396-1DB0-4EAB-B0BD-4A4CC7B1BD59}" type="datetime1">
              <a:rPr lang="en-MY"/>
              <a:t>2/9/2025</a:t>
            </a:fld>
            <a:endParaRPr lang="en-MY"/>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6324CB0E-B2DC-470F-93E6-DB4084998BCD}" type="slidenum">
              <a:rPr lang="en-MY" altLang="en-US"/>
              <a:t>‹#›</a:t>
            </a:fld>
            <a:endParaRPr lang="en-MY"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Date Placeholder 3"/>
          <p:cNvSpPr>
            <a:spLocks noGrp="1"/>
          </p:cNvSpPr>
          <p:nvPr>
            <p:ph type="dt" sz="half" idx="18"/>
          </p:nvPr>
        </p:nvSpPr>
        <p:spPr/>
        <p:txBody>
          <a:bodyPr/>
          <a:lstStyle>
            <a:lvl1pPr>
              <a:defRPr/>
            </a:lvl1pPr>
          </a:lstStyle>
          <a:p>
            <a:pPr>
              <a:defRPr/>
            </a:pPr>
            <a:fld id="{AAF8372D-68A8-4008-9115-A024CA86D300}" type="datetime1">
              <a:rPr lang="en-MY"/>
              <a:t>2/9/2025</a:t>
            </a:fld>
            <a:endParaRPr lang="en-MY"/>
          </a:p>
        </p:txBody>
      </p:sp>
      <p:sp>
        <p:nvSpPr>
          <p:cNvPr id="14" name="Footer Placeholder 4"/>
          <p:cNvSpPr>
            <a:spLocks noGrp="1"/>
          </p:cNvSpPr>
          <p:nvPr>
            <p:ph type="ftr" sz="quarter" idx="19"/>
          </p:nvPr>
        </p:nvSpPr>
        <p:spPr/>
        <p:txBody>
          <a:bodyPr/>
          <a:lstStyle>
            <a:lvl1pPr>
              <a:defRPr/>
            </a:lvl1pPr>
          </a:lstStyle>
          <a:p>
            <a:pPr>
              <a:defRPr/>
            </a:pPr>
            <a:endParaRPr lang="en-MY"/>
          </a:p>
        </p:txBody>
      </p:sp>
      <p:sp>
        <p:nvSpPr>
          <p:cNvPr id="16" name="Slide Number Placeholder 5"/>
          <p:cNvSpPr>
            <a:spLocks noGrp="1"/>
          </p:cNvSpPr>
          <p:nvPr>
            <p:ph type="sldNum" sz="quarter" idx="20"/>
          </p:nvPr>
        </p:nvSpPr>
        <p:spPr/>
        <p:txBody>
          <a:bodyPr/>
          <a:lstStyle>
            <a:lvl1pPr>
              <a:defRPr/>
            </a:lvl1pPr>
          </a:lstStyle>
          <a:p>
            <a:fld id="{152B93FD-CF69-4DCA-B4A3-323C0B3A9DCA}" type="slidenum">
              <a:rPr lang="en-MY" altLang="en-US"/>
              <a:t>‹#›</a:t>
            </a:fld>
            <a:endParaRPr lang="en-MY"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1" name="Text Placeholder 3"/>
          <p:cNvSpPr>
            <a:spLocks noGrp="1"/>
          </p:cNvSpPr>
          <p:nvPr>
            <p:ph type="body" sz="half" idx="18"/>
          </p:nvPr>
        </p:nvSpPr>
        <p:spPr>
          <a:xfrm>
            <a:off x="685347" y="4565409"/>
            <a:ext cx="2474216" cy="1225792"/>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4" name="Text Placeholder 3"/>
          <p:cNvSpPr>
            <a:spLocks noGrp="1"/>
          </p:cNvSpPr>
          <p:nvPr>
            <p:ph type="body" sz="half" idx="19"/>
          </p:nvPr>
        </p:nvSpPr>
        <p:spPr>
          <a:xfrm>
            <a:off x="3331011" y="4565408"/>
            <a:ext cx="2475252" cy="1225792"/>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7" name="Text Placeholder 3"/>
          <p:cNvSpPr>
            <a:spLocks noGrp="1"/>
          </p:cNvSpPr>
          <p:nvPr>
            <p:ph type="body" sz="half" idx="20"/>
          </p:nvPr>
        </p:nvSpPr>
        <p:spPr>
          <a:xfrm>
            <a:off x="5979973" y="4565410"/>
            <a:ext cx="2470694" cy="1225790"/>
          </a:xfrm>
        </p:spPr>
        <p:txBody>
          <a:bodyPr anchor="t"/>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3"/>
          <p:cNvSpPr>
            <a:spLocks noGrp="1"/>
          </p:cNvSpPr>
          <p:nvPr>
            <p:ph type="dt" sz="half" idx="23"/>
          </p:nvPr>
        </p:nvSpPr>
        <p:spPr/>
        <p:txBody>
          <a:bodyPr/>
          <a:lstStyle>
            <a:lvl1pPr>
              <a:defRPr/>
            </a:lvl1pPr>
          </a:lstStyle>
          <a:p>
            <a:pPr>
              <a:defRPr/>
            </a:pPr>
            <a:fld id="{90D6911D-A7CA-4E1F-B816-2F82AD6A3EC7}" type="datetime1">
              <a:rPr lang="en-MY"/>
              <a:t>2/9/2025</a:t>
            </a:fld>
            <a:endParaRPr lang="en-MY"/>
          </a:p>
        </p:txBody>
      </p:sp>
      <p:sp>
        <p:nvSpPr>
          <p:cNvPr id="13" name="Footer Placeholder 4"/>
          <p:cNvSpPr>
            <a:spLocks noGrp="1"/>
          </p:cNvSpPr>
          <p:nvPr>
            <p:ph type="ftr" sz="quarter" idx="24"/>
          </p:nvPr>
        </p:nvSpPr>
        <p:spPr/>
        <p:txBody>
          <a:bodyPr/>
          <a:lstStyle>
            <a:lvl1pPr>
              <a:defRPr/>
            </a:lvl1pPr>
          </a:lstStyle>
          <a:p>
            <a:pPr>
              <a:defRPr/>
            </a:pPr>
            <a:endParaRPr lang="en-MY"/>
          </a:p>
        </p:txBody>
      </p:sp>
      <p:sp>
        <p:nvSpPr>
          <p:cNvPr id="14" name="Slide Number Placeholder 5"/>
          <p:cNvSpPr>
            <a:spLocks noGrp="1"/>
          </p:cNvSpPr>
          <p:nvPr>
            <p:ph type="sldNum" sz="quarter" idx="25"/>
          </p:nvPr>
        </p:nvSpPr>
        <p:spPr/>
        <p:txBody>
          <a:bodyPr/>
          <a:lstStyle>
            <a:lvl1pPr>
              <a:defRPr/>
            </a:lvl1pPr>
          </a:lstStyle>
          <a:p>
            <a:fld id="{88B61880-0BC7-4E7E-AB84-4CF70BDA5D93}" type="slidenum">
              <a:rPr lang="en-MY" altLang="en-US"/>
              <a:t>‹#›</a:t>
            </a:fld>
            <a:endParaRPr lang="en-MY"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BA3201BE-3FCE-49A9-9D9F-C3469032CFF8}" type="datetime1">
              <a:rPr lang="en-MY"/>
              <a:t>2/9/2025</a:t>
            </a:fld>
            <a:endParaRPr lang="en-MY"/>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F03CC853-1261-4F93-9DE8-8FEBB7FF411A}" type="slidenum">
              <a:rPr lang="en-MY" altLang="en-US"/>
              <a:t>‹#›</a:t>
            </a:fld>
            <a:endParaRPr lang="en-MY"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4654551-2A8A-4C03-8B7F-68B4A6D72558}" type="datetime1">
              <a:rPr lang="en-MY"/>
              <a:t>2/9/2025</a:t>
            </a:fld>
            <a:endParaRPr lang="en-MY"/>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0A9B4D60-B932-4228-B561-CA37EA0C3B1C}" type="slidenum">
              <a:rPr lang="en-MY" altLang="en-US"/>
              <a:t>‹#›</a:t>
            </a:fld>
            <a:endParaRPr lang="en-MY"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609600"/>
            <a:ext cx="7764463"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95500"/>
            <a:ext cx="7764463" cy="36957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450" y="5883275"/>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fld id="{7C9C520E-2DED-47DC-A45D-FFC3CEECF8D4}" type="datetime1">
              <a:rPr lang="en-MY"/>
              <a:t>2/9/2025</a:t>
            </a:fld>
            <a:endParaRPr lang="en-MY"/>
          </a:p>
        </p:txBody>
      </p:sp>
      <p:sp>
        <p:nvSpPr>
          <p:cNvPr id="5" name="Footer Placeholder 4"/>
          <p:cNvSpPr>
            <a:spLocks noGrp="1"/>
          </p:cNvSpPr>
          <p:nvPr>
            <p:ph type="ftr" sz="quarter" idx="3"/>
          </p:nvPr>
        </p:nvSpPr>
        <p:spPr>
          <a:xfrm>
            <a:off x="685800" y="5883275"/>
            <a:ext cx="50038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MY"/>
          </a:p>
        </p:txBody>
      </p:sp>
      <p:sp>
        <p:nvSpPr>
          <p:cNvPr id="6" name="Slide Number Placeholder 5"/>
          <p:cNvSpPr>
            <a:spLocks noGrp="1"/>
          </p:cNvSpPr>
          <p:nvPr>
            <p:ph type="sldNum" sz="quarter" idx="4"/>
          </p:nvPr>
        </p:nvSpPr>
        <p:spPr>
          <a:xfrm>
            <a:off x="7885113" y="5883275"/>
            <a:ext cx="565150" cy="365125"/>
          </a:xfrm>
          <a:prstGeom prst="rect">
            <a:avLst/>
          </a:prstGeom>
        </p:spPr>
        <p:txBody>
          <a:bodyPr vert="horz" wrap="square" lIns="91440" tIns="45720" rIns="91440" bIns="45720" numCol="1" anchor="ctr" anchorCtr="0" compatLnSpc="1"/>
          <a:lstStyle>
            <a:lvl1pPr algn="r">
              <a:defRPr sz="1000">
                <a:solidFill>
                  <a:srgbClr val="FFFFFF"/>
                </a:solidFill>
              </a:defRPr>
            </a:lvl1pPr>
          </a:lstStyle>
          <a:p>
            <a:fld id="{71D303B0-28C5-4C98-B5A8-3F9715B264DA}" type="slidenum">
              <a:rPr lang="en-MY" altLang="en-US"/>
              <a:t>‹#›</a:t>
            </a:fld>
            <a:endParaRPr lang="en-MY"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rtl="0" eaLnBrk="0" fontAlgn="base" hangingPunct="0">
        <a:lnSpc>
          <a:spcPct val="90000"/>
        </a:lnSpc>
        <a:spcBef>
          <a:spcPct val="0"/>
        </a:spcBef>
        <a:spcAft>
          <a:spcPct val="0"/>
        </a:spcAft>
        <a:defRPr sz="3400" b="1" kern="1200" cap="all">
          <a:solidFill>
            <a:schemeClr val="tx1"/>
          </a:solidFill>
          <a:effectLst>
            <a:outerShdw blurRad="50800" dist="63500" dir="2700000" algn="tl" rotWithShape="0">
              <a:srgbClr val="000000">
                <a:alpha val="48000"/>
              </a:srgbClr>
            </a:outerShdw>
          </a:effectLst>
          <a:latin typeface="+mj-lt"/>
          <a:ea typeface="+mj-ea"/>
          <a:cs typeface="+mj-cs"/>
        </a:defRPr>
      </a:lvl1pPr>
      <a:lvl2pPr algn="ctr" rtl="0" eaLnBrk="0" fontAlgn="base" hangingPunct="0">
        <a:lnSpc>
          <a:spcPct val="90000"/>
        </a:lnSpc>
        <a:spcBef>
          <a:spcPct val="0"/>
        </a:spcBef>
        <a:spcAft>
          <a:spcPct val="0"/>
        </a:spcAft>
        <a:defRPr sz="3400" b="1">
          <a:solidFill>
            <a:schemeClr val="tx1"/>
          </a:solidFill>
          <a:latin typeface="Bookman Old Style" panose="02050604050505020204" pitchFamily="18" charset="0"/>
        </a:defRPr>
      </a:lvl2pPr>
      <a:lvl3pPr algn="ctr" rtl="0" eaLnBrk="0" fontAlgn="base" hangingPunct="0">
        <a:lnSpc>
          <a:spcPct val="90000"/>
        </a:lnSpc>
        <a:spcBef>
          <a:spcPct val="0"/>
        </a:spcBef>
        <a:spcAft>
          <a:spcPct val="0"/>
        </a:spcAft>
        <a:defRPr sz="3400" b="1">
          <a:solidFill>
            <a:schemeClr val="tx1"/>
          </a:solidFill>
          <a:latin typeface="Bookman Old Style" panose="02050604050505020204" pitchFamily="18" charset="0"/>
        </a:defRPr>
      </a:lvl3pPr>
      <a:lvl4pPr algn="ctr" rtl="0" eaLnBrk="0" fontAlgn="base" hangingPunct="0">
        <a:lnSpc>
          <a:spcPct val="90000"/>
        </a:lnSpc>
        <a:spcBef>
          <a:spcPct val="0"/>
        </a:spcBef>
        <a:spcAft>
          <a:spcPct val="0"/>
        </a:spcAft>
        <a:defRPr sz="3400" b="1">
          <a:solidFill>
            <a:schemeClr val="tx1"/>
          </a:solidFill>
          <a:latin typeface="Bookman Old Style" panose="02050604050505020204" pitchFamily="18" charset="0"/>
        </a:defRPr>
      </a:lvl4pPr>
      <a:lvl5pPr algn="ctr" rtl="0" eaLnBrk="0" fontAlgn="base" hangingPunct="0">
        <a:lnSpc>
          <a:spcPct val="90000"/>
        </a:lnSpc>
        <a:spcBef>
          <a:spcPct val="0"/>
        </a:spcBef>
        <a:spcAft>
          <a:spcPct val="0"/>
        </a:spcAft>
        <a:defRPr sz="3400" b="1">
          <a:solidFill>
            <a:schemeClr val="tx1"/>
          </a:solidFill>
          <a:latin typeface="Bookman Old Style" panose="02050604050505020204" pitchFamily="18" charset="0"/>
        </a:defRPr>
      </a:lvl5pPr>
      <a:lvl6pPr marL="457200" algn="ctr" rtl="0" fontAlgn="base">
        <a:lnSpc>
          <a:spcPct val="90000"/>
        </a:lnSpc>
        <a:spcBef>
          <a:spcPct val="0"/>
        </a:spcBef>
        <a:spcAft>
          <a:spcPct val="0"/>
        </a:spcAft>
        <a:defRPr sz="3400" b="1">
          <a:solidFill>
            <a:schemeClr val="tx1"/>
          </a:solidFill>
          <a:latin typeface="Bookman Old Style" panose="02050604050505020204" pitchFamily="18" charset="0"/>
        </a:defRPr>
      </a:lvl6pPr>
      <a:lvl7pPr marL="914400" algn="ctr" rtl="0" fontAlgn="base">
        <a:lnSpc>
          <a:spcPct val="90000"/>
        </a:lnSpc>
        <a:spcBef>
          <a:spcPct val="0"/>
        </a:spcBef>
        <a:spcAft>
          <a:spcPct val="0"/>
        </a:spcAft>
        <a:defRPr sz="3400" b="1">
          <a:solidFill>
            <a:schemeClr val="tx1"/>
          </a:solidFill>
          <a:latin typeface="Bookman Old Style" panose="02050604050505020204" pitchFamily="18" charset="0"/>
        </a:defRPr>
      </a:lvl7pPr>
      <a:lvl8pPr marL="1371600" algn="ctr" rtl="0" fontAlgn="base">
        <a:lnSpc>
          <a:spcPct val="90000"/>
        </a:lnSpc>
        <a:spcBef>
          <a:spcPct val="0"/>
        </a:spcBef>
        <a:spcAft>
          <a:spcPct val="0"/>
        </a:spcAft>
        <a:defRPr sz="3400" b="1">
          <a:solidFill>
            <a:schemeClr val="tx1"/>
          </a:solidFill>
          <a:latin typeface="Bookman Old Style" panose="02050604050505020204" pitchFamily="18" charset="0"/>
        </a:defRPr>
      </a:lvl8pPr>
      <a:lvl9pPr marL="1828800" algn="ctr" rtl="0" fontAlgn="base">
        <a:lnSpc>
          <a:spcPct val="90000"/>
        </a:lnSpc>
        <a:spcBef>
          <a:spcPct val="0"/>
        </a:spcBef>
        <a:spcAft>
          <a:spcPct val="0"/>
        </a:spcAft>
        <a:defRPr sz="3400" b="1">
          <a:solidFill>
            <a:schemeClr val="tx1"/>
          </a:solidFill>
          <a:latin typeface="Bookman Old Style" panose="02050604050505020204" pitchFamily="18" charset="0"/>
        </a:defRPr>
      </a:lvl9pPr>
    </p:titleStyle>
    <p:bodyStyle>
      <a:lvl1pPr marL="228600" indent="-228600" algn="l" rtl="0" eaLnBrk="0" fontAlgn="base" hangingPunct="0">
        <a:lnSpc>
          <a:spcPct val="120000"/>
        </a:lnSpc>
        <a:spcBef>
          <a:spcPts val="1000"/>
        </a:spcBef>
        <a:spcAft>
          <a:spcPct val="0"/>
        </a:spcAft>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rtl="0" eaLnBrk="0" fontAlgn="base" hangingPunct="0">
        <a:lnSpc>
          <a:spcPct val="120000"/>
        </a:lnSpc>
        <a:spcBef>
          <a:spcPts val="500"/>
        </a:spcBef>
        <a:spcAft>
          <a:spcPct val="0"/>
        </a:spcAft>
        <a:buFont typeface="Arial" panose="020B0604020202020204" pitchFamily="34" charset="0"/>
        <a:buChar char="•"/>
        <a:defRPr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rtl="0" eaLnBrk="0" fontAlgn="base" hangingPunct="0">
        <a:lnSpc>
          <a:spcPct val="120000"/>
        </a:lnSpc>
        <a:spcBef>
          <a:spcPts val="500"/>
        </a:spcBef>
        <a:spcAft>
          <a:spcPct val="0"/>
        </a:spcAft>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rtl="0" eaLnBrk="0" fontAlgn="base" hangingPunct="0">
        <a:lnSpc>
          <a:spcPct val="120000"/>
        </a:lnSpc>
        <a:spcBef>
          <a:spcPts val="500"/>
        </a:spcBef>
        <a:spcAft>
          <a:spcPct val="0"/>
        </a:spcAft>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rtl="0" eaLnBrk="0" fontAlgn="base" hangingPunct="0">
        <a:lnSpc>
          <a:spcPct val="120000"/>
        </a:lnSpc>
        <a:spcBef>
          <a:spcPts val="500"/>
        </a:spcBef>
        <a:spcAft>
          <a:spcPct val="0"/>
        </a:spcAft>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ctrTitle"/>
          </p:nvPr>
        </p:nvSpPr>
        <p:spPr>
          <a:xfrm>
            <a:off x="684213" y="404813"/>
            <a:ext cx="7772400" cy="1901825"/>
          </a:xfrm>
        </p:spPr>
        <p:txBody>
          <a:bodyPr>
            <a:normAutofit fontScale="90000"/>
          </a:bodyPr>
          <a:lstStyle/>
          <a:p>
            <a:pPr eaLnBrk="1" fontAlgn="auto" hangingPunct="1">
              <a:lnSpc>
                <a:spcPct val="110000"/>
              </a:lnSpc>
              <a:spcAft>
                <a:spcPts val="0"/>
              </a:spcAft>
              <a:defRPr/>
            </a:pPr>
            <a:r>
              <a:rPr lang="en-US" altLang="en-US" sz="4000" dirty="0"/>
              <a:t>CHAPTER 3</a:t>
            </a:r>
            <a:br>
              <a:rPr lang="en-US" altLang="en-US" sz="4000" dirty="0"/>
            </a:br>
            <a:r>
              <a:rPr lang="en-US" altLang="en-US" sz="4000" dirty="0"/>
              <a:t>BUSINESS &amp; FINANCIAL PLAN</a:t>
            </a:r>
            <a:endParaRPr lang="en-MY" altLang="en-US" sz="4000" dirty="0"/>
          </a:p>
        </p:txBody>
      </p:sp>
      <p:sp>
        <p:nvSpPr>
          <p:cNvPr id="512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249CAE70-2F57-4799-8241-DB6D25A2EF9D}" type="slidenum">
              <a:rPr lang="en-MY" altLang="en-US" sz="1200">
                <a:solidFill>
                  <a:srgbClr val="898989"/>
                </a:solidFill>
                <a:latin typeface="Calibri" panose="020F0502020204030204" pitchFamily="34" charset="0"/>
              </a:rPr>
              <a:t>1</a:t>
            </a:fld>
            <a:endParaRPr lang="en-MY" altLang="en-US" sz="1200">
              <a:solidFill>
                <a:srgbClr val="898989"/>
              </a:solidFill>
              <a:latin typeface="Calibri" panose="020F0502020204030204" pitchFamily="34" charset="0"/>
            </a:endParaRPr>
          </a:p>
        </p:txBody>
      </p:sp>
      <p:pic>
        <p:nvPicPr>
          <p:cNvPr id="5124" name="Picture 6" descr="Hasil carian imej untuk cyber busin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075" y="2852738"/>
            <a:ext cx="5400675"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fontAlgn="auto" hangingPunct="1">
              <a:spcAft>
                <a:spcPts val="0"/>
              </a:spcAft>
              <a:defRPr/>
            </a:pPr>
            <a:r>
              <a:rPr lang="en-US" altLang="en-US" sz="3200" dirty="0"/>
              <a:t>What is Business Plan??</a:t>
            </a:r>
          </a:p>
        </p:txBody>
      </p:sp>
      <p:sp>
        <p:nvSpPr>
          <p:cNvPr id="6147" name="Content Placeholder 2"/>
          <p:cNvSpPr>
            <a:spLocks noGrp="1"/>
          </p:cNvSpPr>
          <p:nvPr>
            <p:ph idx="1"/>
          </p:nvPr>
        </p:nvSpPr>
        <p:spPr/>
        <p:txBody>
          <a:bodyPr>
            <a:normAutofit fontScale="70000" lnSpcReduction="20000"/>
          </a:bodyPr>
          <a:lstStyle/>
          <a:p>
            <a:pPr algn="just" eaLnBrk="1" fontAlgn="auto" hangingPunct="1">
              <a:spcAft>
                <a:spcPts val="0"/>
              </a:spcAft>
              <a:defRPr/>
            </a:pPr>
            <a:r>
              <a:rPr lang="en-US" sz="2800" dirty="0"/>
              <a:t>A business plan is also known as a venture plan, entrepreneur’s plan, working paper, project paper, or prospectus.</a:t>
            </a:r>
          </a:p>
          <a:p>
            <a:pPr algn="just" eaLnBrk="1" fontAlgn="auto" hangingPunct="1">
              <a:spcAft>
                <a:spcPts val="0"/>
              </a:spcAft>
              <a:defRPr/>
            </a:pPr>
            <a:r>
              <a:rPr lang="en-US" sz="2800" dirty="0"/>
              <a:t>It is a written document between 25 and 40 pages describing the overall plans of a business in detail, that it is what the entrepreneur plans to do and how he plans to do it.</a:t>
            </a:r>
          </a:p>
          <a:p>
            <a:pPr algn="just" eaLnBrk="1" fontAlgn="auto" hangingPunct="1">
              <a:spcAft>
                <a:spcPts val="0"/>
              </a:spcAft>
              <a:defRPr/>
            </a:pPr>
            <a:r>
              <a:rPr lang="en-US" sz="2800" dirty="0"/>
              <a:t>Therefore, a business plan is the blueprint of the company which is presented in a standard business format that is logical and realistic. </a:t>
            </a:r>
          </a:p>
          <a:p>
            <a:pPr algn="just" eaLnBrk="1" fontAlgn="auto" hangingPunct="1">
              <a:spcAft>
                <a:spcPts val="0"/>
              </a:spcAft>
              <a:defRPr/>
            </a:pPr>
            <a:endParaRPr lang="en-US" sz="2800" dirty="0"/>
          </a:p>
          <a:p>
            <a:pPr eaLnBrk="1" fontAlgn="auto" hangingPunct="1">
              <a:spcAft>
                <a:spcPts val="0"/>
              </a:spcAft>
              <a:defRPr/>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F725-A74E-4531-A96E-7ECB2550605C}"/>
              </a:ext>
            </a:extLst>
          </p:cNvPr>
          <p:cNvSpPr>
            <a:spLocks noGrp="1"/>
          </p:cNvSpPr>
          <p:nvPr>
            <p:ph type="title"/>
          </p:nvPr>
        </p:nvSpPr>
        <p:spPr/>
        <p:txBody>
          <a:bodyPr>
            <a:normAutofit fontScale="90000"/>
          </a:bodyPr>
          <a:lstStyle/>
          <a:p>
            <a:r>
              <a:rPr lang="en-US" dirty="0"/>
              <a:t>Characteristics of a Business Plan using SMART Concept</a:t>
            </a:r>
            <a:endParaRPr lang="en-MY" dirty="0"/>
          </a:p>
        </p:txBody>
      </p:sp>
      <p:sp>
        <p:nvSpPr>
          <p:cNvPr id="3" name="Content Placeholder 2"/>
          <p:cNvSpPr>
            <a:spLocks noGrp="1"/>
          </p:cNvSpPr>
          <p:nvPr>
            <p:ph idx="1"/>
          </p:nvPr>
        </p:nvSpPr>
        <p:spPr/>
        <p:txBody>
          <a:bodyPr>
            <a:normAutofit/>
          </a:bodyPr>
          <a:lstStyle/>
          <a:p>
            <a:r>
              <a:rPr lang="en-US" b="1" dirty="0"/>
              <a:t>Specific</a:t>
            </a:r>
            <a:endParaRPr lang="en-US" dirty="0"/>
          </a:p>
          <a:p>
            <a:pPr lvl="1"/>
            <a:r>
              <a:rPr lang="en-US" dirty="0"/>
              <a:t>The business plan must clearly state the goals and strategies.</a:t>
            </a:r>
          </a:p>
          <a:p>
            <a:pPr lvl="1"/>
            <a:r>
              <a:rPr lang="en-US" dirty="0"/>
              <a:t>Example: Instead of saying “increase sales,” specify “increase online sales of handmade bags by 20% in the next 12 months.”</a:t>
            </a:r>
          </a:p>
          <a:p>
            <a:r>
              <a:rPr lang="en-US" b="1" dirty="0"/>
              <a:t>Measurable</a:t>
            </a:r>
            <a:endParaRPr lang="en-US" dirty="0"/>
          </a:p>
          <a:p>
            <a:pPr lvl="1"/>
            <a:r>
              <a:rPr lang="en-US" dirty="0"/>
              <a:t>Goals should be trackable with numbers or indicators.</a:t>
            </a:r>
          </a:p>
          <a:p>
            <a:pPr lvl="1"/>
            <a:r>
              <a:rPr lang="en-US" dirty="0"/>
              <a:t>Example: “Gain 500 new customers within six months” allows progress to be monitored.</a:t>
            </a:r>
          </a:p>
          <a:p>
            <a:pPr algn="just" eaLnBrk="1" fontAlgn="auto" hangingPunct="1">
              <a:spcAft>
                <a:spcPts val="0"/>
              </a:spcAft>
              <a:buFont typeface="Arial" panose="020B0604020202020204" pitchFamily="34" charset="0"/>
              <a:buChar char="•"/>
              <a:defRPr/>
            </a:pPr>
            <a:endParaRPr lang="en-US" dirty="0"/>
          </a:p>
          <a:p>
            <a:pPr algn="just" eaLnBrk="1" fontAlgn="auto" hangingPunct="1">
              <a:spcAft>
                <a:spcPts val="0"/>
              </a:spcAft>
              <a:buFont typeface="Arial" panose="020B0604020202020204" pitchFamily="34" charset="0"/>
              <a:buChar char="•"/>
              <a:defRPr/>
            </a:pPr>
            <a:endParaRPr lang="en-US" dirty="0"/>
          </a:p>
          <a:p>
            <a:pPr eaLnBrk="1" fontAlgn="auto" hangingPunct="1">
              <a:spcAft>
                <a:spcPts val="0"/>
              </a:spcAft>
              <a:buFont typeface="Arial" panose="020B0604020202020204" pitchFamily="34" charset="0"/>
              <a:buChar char="•"/>
              <a:defRP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1196975"/>
            <a:ext cx="8229600" cy="4525963"/>
          </a:xfrm>
        </p:spPr>
        <p:txBody>
          <a:bodyPr>
            <a:normAutofit/>
          </a:bodyPr>
          <a:lstStyle/>
          <a:p>
            <a:r>
              <a:rPr lang="en-US" b="1" dirty="0"/>
              <a:t>Attainable</a:t>
            </a:r>
            <a:endParaRPr lang="en-US" dirty="0"/>
          </a:p>
          <a:p>
            <a:pPr lvl="1"/>
            <a:r>
              <a:rPr lang="en-US" dirty="0"/>
              <a:t>Objectives must be realistic based on available resources (time, money, manpower).</a:t>
            </a:r>
          </a:p>
          <a:p>
            <a:pPr lvl="1"/>
            <a:r>
              <a:rPr lang="en-US" dirty="0"/>
              <a:t>Example: A small start-up should not aim to overtake a global company in one year.</a:t>
            </a:r>
          </a:p>
          <a:p>
            <a:endParaRPr lang="en-US" b="1" dirty="0"/>
          </a:p>
          <a:p>
            <a:r>
              <a:rPr lang="en-US" b="1" dirty="0"/>
              <a:t>Relevant</a:t>
            </a:r>
            <a:endParaRPr lang="en-US" dirty="0"/>
          </a:p>
          <a:p>
            <a:pPr lvl="1"/>
            <a:r>
              <a:rPr lang="en-US" dirty="0"/>
              <a:t>Goals must align with the overall vision, mission, and industry trends.</a:t>
            </a:r>
          </a:p>
          <a:p>
            <a:pPr lvl="1"/>
            <a:r>
              <a:rPr lang="en-US" dirty="0"/>
              <a:t>Example: A café should focus on improving menu variety or customer service, not on unrelated ventures like selling electronics.</a:t>
            </a:r>
          </a:p>
          <a:p>
            <a:pPr eaLnBrk="1" fontAlgn="auto" hangingPunct="1">
              <a:spcAft>
                <a:spcPts val="0"/>
              </a:spcAft>
              <a:defRPr/>
            </a:pPr>
            <a:endParaRPr lang="en-US" dirty="0"/>
          </a:p>
        </p:txBody>
      </p:sp>
      <p:sp>
        <p:nvSpPr>
          <p:cNvPr id="819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124AA046-9B5E-45D5-B1D6-FA3A47E5A936}" type="slidenum">
              <a:rPr lang="en-MY" altLang="en-US" sz="1200">
                <a:solidFill>
                  <a:srgbClr val="898989"/>
                </a:solidFill>
                <a:latin typeface="Calibri" panose="020F0502020204030204" pitchFamily="34" charset="0"/>
              </a:rPr>
              <a:t>4</a:t>
            </a:fld>
            <a:endParaRPr lang="en-MY" altLang="en-US" sz="1200">
              <a:solidFill>
                <a:srgbClr val="898989"/>
              </a:solidFill>
              <a:latin typeface="Calibri" panose="020F050202020403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836613"/>
            <a:ext cx="8229600" cy="4525962"/>
          </a:xfrm>
        </p:spPr>
        <p:txBody>
          <a:bodyPr/>
          <a:lstStyle/>
          <a:p>
            <a:r>
              <a:rPr lang="en-US" b="1" dirty="0"/>
              <a:t>Timely</a:t>
            </a:r>
            <a:endParaRPr lang="en-US" dirty="0"/>
          </a:p>
          <a:p>
            <a:pPr lvl="1"/>
            <a:r>
              <a:rPr lang="en-US" dirty="0"/>
              <a:t>The plan should have a clear timeline or deadline.</a:t>
            </a:r>
          </a:p>
          <a:p>
            <a:pPr lvl="1"/>
            <a:r>
              <a:rPr lang="en-US" dirty="0"/>
              <a:t>Example: “Launch the new product line within the next 9 months.”</a:t>
            </a:r>
          </a:p>
          <a:p>
            <a:pPr eaLnBrk="1" fontAlgn="auto" hangingPunct="1">
              <a:spcAft>
                <a:spcPts val="0"/>
              </a:spcAft>
              <a:defRPr/>
            </a:pPr>
            <a:endParaRPr lang="en-US" altLang="en-US" dirty="0"/>
          </a:p>
        </p:txBody>
      </p:sp>
      <p:sp>
        <p:nvSpPr>
          <p:cNvPr id="921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264D7C7E-3EE9-40C6-831F-6BF54679E4D1}" type="slidenum">
              <a:rPr lang="en-MY" altLang="en-US" sz="1200">
                <a:solidFill>
                  <a:srgbClr val="898989"/>
                </a:solidFill>
                <a:latin typeface="Calibri" panose="020F0502020204030204" pitchFamily="34" charset="0"/>
              </a:rPr>
              <a:t>5</a:t>
            </a:fld>
            <a:endParaRPr lang="en-MY" altLang="en-US" sz="120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395288" y="333375"/>
            <a:ext cx="8229600" cy="1008063"/>
          </a:xfrm>
        </p:spPr>
        <p:txBody>
          <a:bodyPr>
            <a:noAutofit/>
          </a:bodyPr>
          <a:lstStyle/>
          <a:p>
            <a:pPr eaLnBrk="1" fontAlgn="auto" hangingPunct="1">
              <a:spcAft>
                <a:spcPts val="0"/>
              </a:spcAft>
              <a:defRPr/>
            </a:pPr>
            <a:r>
              <a:rPr lang="en-US" altLang="en-US" sz="3200" dirty="0"/>
              <a:t>WHO NEED A BUSINESS PLAN?</a:t>
            </a:r>
            <a:br>
              <a:rPr lang="en-US" altLang="en-US" sz="3200" dirty="0"/>
            </a:br>
            <a:endParaRPr lang="en-US" altLang="en-US" sz="3200" dirty="0"/>
          </a:p>
        </p:txBody>
      </p:sp>
      <p:pic>
        <p:nvPicPr>
          <p:cNvPr id="1024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6750" y="1341438"/>
            <a:ext cx="7218363" cy="51831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800668D8-CE16-44A5-9620-7CEF19EBA616}" type="slidenum">
              <a:rPr lang="en-MY" altLang="en-US" sz="1200">
                <a:solidFill>
                  <a:srgbClr val="898989"/>
                </a:solidFill>
                <a:latin typeface="Calibri" panose="020F0502020204030204" pitchFamily="34" charset="0"/>
              </a:rPr>
              <a:t>6</a:t>
            </a:fld>
            <a:endParaRPr lang="en-MY" altLang="en-US" sz="1200">
              <a:solidFill>
                <a:srgbClr val="898989"/>
              </a:solidFill>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fontAlgn="auto" hangingPunct="1">
              <a:spcAft>
                <a:spcPts val="0"/>
              </a:spcAft>
              <a:defRPr/>
            </a:pPr>
            <a:r>
              <a:rPr lang="en-US" altLang="en-US" sz="3200" dirty="0"/>
              <a:t>WHY A BUSINESS PLAN IMPORTANT?</a:t>
            </a:r>
          </a:p>
        </p:txBody>
      </p:sp>
      <p:pic>
        <p:nvPicPr>
          <p:cNvPr id="1126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935163"/>
            <a:ext cx="7916863" cy="3940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04835DFB-CC2D-4675-8EE5-64D8016736D5}" type="slidenum">
              <a:rPr lang="en-MY" altLang="en-US" sz="1200">
                <a:solidFill>
                  <a:srgbClr val="898989"/>
                </a:solidFill>
                <a:latin typeface="Calibri" panose="020F0502020204030204" pitchFamily="34" charset="0"/>
              </a:rPr>
              <a:t>7</a:t>
            </a:fld>
            <a:endParaRPr lang="en-MY" altLang="en-US" sz="1200">
              <a:solidFill>
                <a:srgbClr val="898989"/>
              </a:solidFill>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200" dirty="0">
                <a:solidFill>
                  <a:schemeClr val="tx1">
                    <a:lumMod val="95000"/>
                    <a:lumOff val="5000"/>
                  </a:schemeClr>
                </a:solidFill>
                <a:latin typeface="+mn-lt"/>
                <a:cs typeface="Aharoni" pitchFamily="2" charset="-79"/>
              </a:rPr>
              <a:t>THE IMPORTANCE OF BUSINESS PLAN</a:t>
            </a:r>
          </a:p>
        </p:txBody>
      </p:sp>
      <p:sp>
        <p:nvSpPr>
          <p:cNvPr id="3" name="Content Placeholder 2"/>
          <p:cNvSpPr>
            <a:spLocks noGrp="1"/>
          </p:cNvSpPr>
          <p:nvPr>
            <p:ph idx="1"/>
          </p:nvPr>
        </p:nvSpPr>
        <p:spPr/>
        <p:txBody>
          <a:bodyPr>
            <a:noAutofit/>
          </a:bodyPr>
          <a:lstStyle/>
          <a:p>
            <a:pPr eaLnBrk="1" fontAlgn="auto" hangingPunct="1">
              <a:spcAft>
                <a:spcPts val="0"/>
              </a:spcAft>
              <a:buFont typeface="Wingdings" panose="05000000000000000000" pitchFamily="2" charset="2"/>
              <a:buChar char="q"/>
              <a:defRPr/>
            </a:pPr>
            <a:r>
              <a:rPr lang="en-US" b="1" dirty="0"/>
              <a:t> Creates the opportunity for success </a:t>
            </a:r>
          </a:p>
          <a:p>
            <a:pPr lvl="1" eaLnBrk="1" fontAlgn="auto" hangingPunct="1">
              <a:spcAft>
                <a:spcPts val="0"/>
              </a:spcAft>
              <a:buFont typeface="Wingdings" panose="05000000000000000000" pitchFamily="2" charset="2"/>
              <a:buChar char="q"/>
              <a:defRPr/>
            </a:pPr>
            <a:r>
              <a:rPr lang="en-US" sz="2000" dirty="0"/>
              <a:t> A comprehensive business plan helps to identify and define the performance level that is to be achieved in the business  </a:t>
            </a:r>
          </a:p>
          <a:p>
            <a:pPr lvl="1" eaLnBrk="1" fontAlgn="auto" hangingPunct="1">
              <a:spcAft>
                <a:spcPts val="0"/>
              </a:spcAft>
              <a:buFont typeface="Wingdings" panose="05000000000000000000" pitchFamily="2" charset="2"/>
              <a:buChar char="q"/>
              <a:defRPr/>
            </a:pPr>
            <a:r>
              <a:rPr lang="en-US" sz="2000" dirty="0"/>
              <a:t> The plan will also determine the changes that need to be made to ensure the company’s success, for example, changes in the organizational structure, introduction of new technology and new manufacturing techniques    </a:t>
            </a:r>
          </a:p>
          <a:p>
            <a:pPr marL="457200" indent="-457200" eaLnBrk="1" fontAlgn="auto" hangingPunct="1">
              <a:spcAft>
                <a:spcPts val="0"/>
              </a:spcAft>
              <a:buFont typeface="Arial" panose="020B0604020202020204" pitchFamily="34" charset="0"/>
              <a:buAutoNum type="arabicPeriod" startAt="3"/>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fontAlgn="auto" hangingPunct="1">
              <a:spcAft>
                <a:spcPts val="0"/>
              </a:spcAft>
              <a:buFont typeface="Wingdings" panose="05000000000000000000" pitchFamily="2" charset="2"/>
              <a:buChar char="q"/>
              <a:defRPr/>
            </a:pPr>
            <a:r>
              <a:rPr lang="en-US" dirty="0"/>
              <a:t> </a:t>
            </a:r>
            <a:r>
              <a:rPr lang="en-US" b="1" dirty="0"/>
              <a:t>Sets the business mission</a:t>
            </a:r>
            <a:r>
              <a:rPr lang="en-US" dirty="0"/>
              <a:t> </a:t>
            </a:r>
          </a:p>
          <a:p>
            <a:pPr lvl="1" eaLnBrk="1" fontAlgn="auto" hangingPunct="1">
              <a:spcAft>
                <a:spcPts val="0"/>
              </a:spcAft>
              <a:buFont typeface="Wingdings" panose="05000000000000000000" pitchFamily="2" charset="2"/>
              <a:buChar char="q"/>
              <a:defRPr/>
            </a:pPr>
            <a:r>
              <a:rPr lang="en-US" sz="2000" dirty="0"/>
              <a:t> A business plan can set a clear mission and vision for the business </a:t>
            </a:r>
          </a:p>
          <a:p>
            <a:pPr lvl="1" eaLnBrk="1" fontAlgn="auto" hangingPunct="1">
              <a:spcAft>
                <a:spcPts val="0"/>
              </a:spcAft>
              <a:buFont typeface="Wingdings" panose="05000000000000000000" pitchFamily="2" charset="2"/>
              <a:buChar char="q"/>
              <a:defRPr/>
            </a:pPr>
            <a:r>
              <a:rPr lang="en-US" sz="2000" dirty="0"/>
              <a:t> It enables an entrepreneur to make the right decision and actions in the future </a:t>
            </a:r>
          </a:p>
          <a:p>
            <a:pPr lvl="1" eaLnBrk="1" fontAlgn="auto" hangingPunct="1">
              <a:spcAft>
                <a:spcPts val="0"/>
              </a:spcAft>
              <a:buFont typeface="Wingdings" panose="05000000000000000000" pitchFamily="2" charset="2"/>
              <a:buChar char="q"/>
              <a:defRPr/>
            </a:pPr>
            <a:r>
              <a:rPr lang="en-US" sz="2000" dirty="0"/>
              <a:t> The mission and vision of the business will act as a guide to enable the entrepreneur to know the direction of his firm  </a:t>
            </a:r>
          </a:p>
          <a:p>
            <a:pPr marL="0" indent="0" eaLnBrk="1" fontAlgn="auto" hangingPunct="1">
              <a:spcAft>
                <a:spcPts val="0"/>
              </a:spcAft>
              <a:buFont typeface="Arial" panose="020B0604020202020204" pitchFamily="34" charset="0"/>
              <a:buNone/>
              <a:defRPr/>
            </a:pPr>
            <a:r>
              <a:rPr lang="en-US" dirty="0"/>
              <a:t>  </a:t>
            </a:r>
            <a:endParaRPr lang="en-MY" dirty="0"/>
          </a:p>
        </p:txBody>
      </p:sp>
      <p:sp>
        <p:nvSpPr>
          <p:cNvPr id="1331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AF8E6EC3-1794-45E1-9745-87DFBEA314D1}" type="slidenum">
              <a:rPr lang="en-MY" altLang="en-US" sz="1000">
                <a:solidFill>
                  <a:srgbClr val="898989"/>
                </a:solidFill>
                <a:latin typeface="Calibri" panose="020F0502020204030204" pitchFamily="34" charset="0"/>
              </a:rPr>
              <a:t>9</a:t>
            </a:fld>
            <a:endParaRPr lang="en-MY" altLang="en-US" sz="1000">
              <a:solidFill>
                <a:srgbClr val="898989"/>
              </a:solidFill>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p:txBody>
          <a:bodyPr/>
          <a:lstStyle/>
          <a:p>
            <a:pPr eaLnBrk="1" fontAlgn="auto" hangingPunct="1">
              <a:spcAft>
                <a:spcPts val="0"/>
              </a:spcAft>
              <a:buFont typeface="Wingdings" panose="05000000000000000000" pitchFamily="2" charset="2"/>
              <a:buChar char="q"/>
              <a:defRPr/>
            </a:pPr>
            <a:r>
              <a:rPr lang="en-US" dirty="0"/>
              <a:t> </a:t>
            </a:r>
            <a:r>
              <a:rPr lang="en-US" b="1" dirty="0"/>
              <a:t>Determine the company’s main competitors </a:t>
            </a:r>
          </a:p>
          <a:p>
            <a:pPr lvl="1" eaLnBrk="1" fontAlgn="auto" hangingPunct="1">
              <a:spcAft>
                <a:spcPts val="0"/>
              </a:spcAft>
              <a:buFont typeface="Wingdings" panose="05000000000000000000" pitchFamily="2" charset="2"/>
              <a:buChar char="q"/>
              <a:defRPr/>
            </a:pPr>
            <a:r>
              <a:rPr lang="en-US" sz="2000" dirty="0"/>
              <a:t> A business plan will enable an entrepreneur to determine his main competitors in terms of their strength, weakness and the right strategy to face them </a:t>
            </a:r>
          </a:p>
          <a:p>
            <a:pPr lvl="1" eaLnBrk="1" fontAlgn="auto" hangingPunct="1">
              <a:spcAft>
                <a:spcPts val="0"/>
              </a:spcAft>
              <a:buFont typeface="Wingdings" panose="05000000000000000000" pitchFamily="2" charset="2"/>
              <a:buChar char="q"/>
              <a:defRPr/>
            </a:pPr>
            <a:r>
              <a:rPr lang="en-US" sz="2000" dirty="0"/>
              <a:t> These aspects can be determined by conducting a competitor analysis to identify the competitor’s product line as well as their market segments    </a:t>
            </a:r>
            <a:endParaRPr lang="en-MY" sz="2000" dirty="0"/>
          </a:p>
        </p:txBody>
      </p:sp>
      <p:sp>
        <p:nvSpPr>
          <p:cNvPr id="1433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B8FC3B35-E48C-4143-B873-ED0B9C8C636B}" type="slidenum">
              <a:rPr lang="en-MY" altLang="en-US" sz="1000">
                <a:solidFill>
                  <a:srgbClr val="898989"/>
                </a:solidFill>
                <a:latin typeface="Calibri" panose="020F0502020204030204" pitchFamily="34" charset="0"/>
              </a:rPr>
              <a:t>10</a:t>
            </a:fld>
            <a:endParaRPr lang="en-MY" altLang="en-US" sz="1000">
              <a:solidFill>
                <a:srgbClr val="898989"/>
              </a:solidFill>
              <a:latin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p:txBody>
          <a:bodyPr/>
          <a:lstStyle/>
          <a:p>
            <a:pPr eaLnBrk="1" fontAlgn="auto" hangingPunct="1">
              <a:spcAft>
                <a:spcPts val="0"/>
              </a:spcAft>
              <a:buFont typeface="Wingdings" panose="05000000000000000000" pitchFamily="2" charset="2"/>
              <a:buChar char="q"/>
              <a:defRPr/>
            </a:pPr>
            <a:r>
              <a:rPr lang="en-US" dirty="0"/>
              <a:t> </a:t>
            </a:r>
            <a:r>
              <a:rPr lang="en-US" b="1" dirty="0"/>
              <a:t>Determine the right way of managing the business</a:t>
            </a:r>
            <a:r>
              <a:rPr lang="en-US" dirty="0"/>
              <a:t> </a:t>
            </a:r>
          </a:p>
          <a:p>
            <a:pPr lvl="1" eaLnBrk="1" fontAlgn="auto" hangingPunct="1">
              <a:spcAft>
                <a:spcPts val="0"/>
              </a:spcAft>
              <a:buFont typeface="Wingdings" panose="05000000000000000000" pitchFamily="2" charset="2"/>
              <a:buChar char="q"/>
              <a:defRPr/>
            </a:pPr>
            <a:r>
              <a:rPr lang="en-US" sz="2000" dirty="0"/>
              <a:t> A business plan gives room or space and opportunity for an entrepreneur and his employees to develop an effective strategy to run the business </a:t>
            </a:r>
          </a:p>
          <a:p>
            <a:pPr lvl="1" eaLnBrk="1" fontAlgn="auto" hangingPunct="1">
              <a:spcAft>
                <a:spcPts val="0"/>
              </a:spcAft>
              <a:buFont typeface="Wingdings" panose="05000000000000000000" pitchFamily="2" charset="2"/>
              <a:buChar char="q"/>
              <a:defRPr/>
            </a:pPr>
            <a:r>
              <a:rPr lang="en-US" sz="2000" dirty="0"/>
              <a:t> They can define who, when and how to apply their knowledge, skills and ability in carrying out the business </a:t>
            </a:r>
          </a:p>
        </p:txBody>
      </p:sp>
      <p:sp>
        <p:nvSpPr>
          <p:cNvPr id="1536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2909B9EE-A7E8-4EFC-BF40-C848C2542BD6}" type="slidenum">
              <a:rPr lang="en-MY" altLang="en-US" sz="1000">
                <a:solidFill>
                  <a:srgbClr val="898989"/>
                </a:solidFill>
                <a:latin typeface="Calibri" panose="020F0502020204030204" pitchFamily="34" charset="0"/>
              </a:rPr>
              <a:t>11</a:t>
            </a:fld>
            <a:endParaRPr lang="en-MY" altLang="en-US" sz="1000">
              <a:solidFill>
                <a:srgbClr val="898989"/>
              </a:solidFill>
              <a:latin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p:txBody>
          <a:bodyPr/>
          <a:lstStyle/>
          <a:p>
            <a:pPr eaLnBrk="1" fontAlgn="auto" hangingPunct="1">
              <a:spcAft>
                <a:spcPts val="0"/>
              </a:spcAft>
              <a:buFont typeface="Wingdings" panose="05000000000000000000" pitchFamily="2" charset="2"/>
              <a:buChar char="q"/>
              <a:defRPr/>
            </a:pPr>
            <a:r>
              <a:rPr lang="en-US" dirty="0"/>
              <a:t> </a:t>
            </a:r>
            <a:r>
              <a:rPr lang="en-US" b="1" dirty="0"/>
              <a:t>Increases the stakeholders’ confidence </a:t>
            </a:r>
          </a:p>
          <a:p>
            <a:pPr lvl="1" eaLnBrk="1" fontAlgn="auto" hangingPunct="1">
              <a:spcAft>
                <a:spcPts val="0"/>
              </a:spcAft>
              <a:buFont typeface="Wingdings" panose="05000000000000000000" pitchFamily="2" charset="2"/>
              <a:buChar char="q"/>
              <a:defRPr/>
            </a:pPr>
            <a:r>
              <a:rPr lang="en-US" sz="2000" b="1" dirty="0"/>
              <a:t> </a:t>
            </a:r>
            <a:r>
              <a:rPr lang="en-US" sz="2000" dirty="0"/>
              <a:t>Each stakeholder who has an interest in the business will be eager to know the company’s strength, mainly in terms of the company’s viability in finance and resources    </a:t>
            </a:r>
            <a:endParaRPr lang="en-MY" sz="2000" dirty="0"/>
          </a:p>
        </p:txBody>
      </p:sp>
      <p:sp>
        <p:nvSpPr>
          <p:cNvPr id="1638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4E25996E-898D-4C7B-9C18-45428A7B8D9E}" type="slidenum">
              <a:rPr lang="en-MY" altLang="en-US" sz="1000">
                <a:solidFill>
                  <a:srgbClr val="898989"/>
                </a:solidFill>
                <a:latin typeface="Calibri" panose="020F0502020204030204" pitchFamily="34" charset="0"/>
              </a:rPr>
              <a:t>12</a:t>
            </a:fld>
            <a:endParaRPr lang="en-MY" altLang="en-US" sz="1000">
              <a:solidFill>
                <a:srgbClr val="898989"/>
              </a:solidFill>
              <a:latin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idx="1"/>
          </p:nvPr>
        </p:nvSpPr>
        <p:spPr/>
        <p:txBody>
          <a:bodyPr>
            <a:noAutofit/>
          </a:bodyPr>
          <a:lstStyle/>
          <a:p>
            <a:pPr eaLnBrk="1" fontAlgn="auto" hangingPunct="1">
              <a:spcAft>
                <a:spcPts val="0"/>
              </a:spcAft>
              <a:buFont typeface="Wingdings" panose="05000000000000000000" pitchFamily="2" charset="2"/>
              <a:buChar char="q"/>
              <a:defRPr/>
            </a:pPr>
            <a:r>
              <a:rPr lang="en-US" dirty="0"/>
              <a:t> </a:t>
            </a:r>
            <a:r>
              <a:rPr lang="en-US" b="1" dirty="0"/>
              <a:t>Determine barriers to the venture </a:t>
            </a:r>
          </a:p>
          <a:p>
            <a:pPr lvl="1" eaLnBrk="1" fontAlgn="auto" hangingPunct="1">
              <a:spcAft>
                <a:spcPts val="0"/>
              </a:spcAft>
              <a:buFont typeface="Wingdings" panose="05000000000000000000" pitchFamily="2" charset="2"/>
              <a:buChar char="q"/>
              <a:defRPr/>
            </a:pPr>
            <a:r>
              <a:rPr lang="en-US" sz="2000" dirty="0"/>
              <a:t> An entrepreneur will definitely face many barriers in operating his business </a:t>
            </a:r>
          </a:p>
          <a:p>
            <a:pPr lvl="1" eaLnBrk="1" fontAlgn="auto" hangingPunct="1">
              <a:spcAft>
                <a:spcPts val="0"/>
              </a:spcAft>
              <a:buFont typeface="Wingdings" panose="05000000000000000000" pitchFamily="2" charset="2"/>
              <a:buChar char="q"/>
              <a:defRPr/>
            </a:pPr>
            <a:r>
              <a:rPr lang="en-US" sz="2000" dirty="0"/>
              <a:t> If these barriers are not managed properly, it can result in failure or decrease the entrepreneur’s progress and growth </a:t>
            </a:r>
          </a:p>
          <a:p>
            <a:pPr lvl="1" eaLnBrk="1" fontAlgn="auto" hangingPunct="1">
              <a:spcAft>
                <a:spcPts val="0"/>
              </a:spcAft>
              <a:buFont typeface="Wingdings" panose="05000000000000000000" pitchFamily="2" charset="2"/>
              <a:buChar char="q"/>
              <a:defRPr/>
            </a:pPr>
            <a:r>
              <a:rPr lang="en-US" sz="2000" dirty="0"/>
              <a:t> Therefore, the entrepreneur should be aware of the barriers that may be faced by him before starting the venture and take the necessary action to overcome them </a:t>
            </a:r>
          </a:p>
          <a:p>
            <a:pPr lvl="1" eaLnBrk="1" fontAlgn="auto" hangingPunct="1">
              <a:spcAft>
                <a:spcPts val="0"/>
              </a:spcAft>
              <a:buFont typeface="Wingdings" panose="05000000000000000000" pitchFamily="2" charset="2"/>
              <a:buChar char="q"/>
              <a:defRPr/>
            </a:pPr>
            <a:r>
              <a:rPr lang="en-US" sz="2000" dirty="0"/>
              <a:t> Barriers may come from the internal or external environment   </a:t>
            </a:r>
            <a:endParaRPr lang="en-MY" sz="2000" dirty="0"/>
          </a:p>
        </p:txBody>
      </p:sp>
      <p:sp>
        <p:nvSpPr>
          <p:cNvPr id="1741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9448C837-5B6C-4176-9895-B94EC4F43952}" type="slidenum">
              <a:rPr lang="en-MY" altLang="en-US" sz="1000">
                <a:solidFill>
                  <a:srgbClr val="898989"/>
                </a:solidFill>
                <a:latin typeface="Calibri" panose="020F0502020204030204" pitchFamily="34" charset="0"/>
              </a:rPr>
              <a:t>13</a:t>
            </a:fld>
            <a:endParaRPr lang="en-MY" altLang="en-US" sz="1000">
              <a:solidFill>
                <a:srgbClr val="898989"/>
              </a:solidFill>
              <a:latin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p:cNvSpPr>
            <a:spLocks noGrp="1"/>
          </p:cNvSpPr>
          <p:nvPr>
            <p:ph idx="1"/>
          </p:nvPr>
        </p:nvSpPr>
        <p:spPr/>
        <p:txBody>
          <a:bodyPr/>
          <a:lstStyle/>
          <a:p>
            <a:pPr eaLnBrk="1" fontAlgn="auto" hangingPunct="1">
              <a:spcAft>
                <a:spcPts val="0"/>
              </a:spcAft>
              <a:buFont typeface="Wingdings" panose="05000000000000000000" pitchFamily="2" charset="2"/>
              <a:buChar char="q"/>
              <a:defRPr/>
            </a:pPr>
            <a:r>
              <a:rPr lang="en-US" dirty="0"/>
              <a:t> </a:t>
            </a:r>
            <a:r>
              <a:rPr lang="en-US" b="1" dirty="0"/>
              <a:t>Determine the company’s performance </a:t>
            </a:r>
          </a:p>
          <a:p>
            <a:pPr lvl="1" eaLnBrk="1" fontAlgn="auto" hangingPunct="1">
              <a:spcAft>
                <a:spcPts val="0"/>
              </a:spcAft>
              <a:buFont typeface="Wingdings" panose="05000000000000000000" pitchFamily="2" charset="2"/>
              <a:buChar char="q"/>
              <a:defRPr/>
            </a:pPr>
            <a:r>
              <a:rPr lang="en-US" sz="2000" dirty="0"/>
              <a:t> A business plan that is managed properly can be used as an operating tool that will help an entrepreneur to work effectively towards success in business </a:t>
            </a:r>
          </a:p>
          <a:p>
            <a:pPr lvl="1" eaLnBrk="1" fontAlgn="auto" hangingPunct="1">
              <a:spcAft>
                <a:spcPts val="0"/>
              </a:spcAft>
              <a:buFont typeface="Wingdings" panose="05000000000000000000" pitchFamily="2" charset="2"/>
              <a:buChar char="q"/>
              <a:defRPr/>
            </a:pPr>
            <a:r>
              <a:rPr lang="en-US" sz="2000" dirty="0"/>
              <a:t> The plan allows him to set a realistic target to be achieved as a performance yardstick </a:t>
            </a:r>
          </a:p>
          <a:p>
            <a:pPr lvl="1" eaLnBrk="1" fontAlgn="auto" hangingPunct="1">
              <a:spcAft>
                <a:spcPts val="0"/>
              </a:spcAft>
              <a:buFont typeface="Wingdings" panose="05000000000000000000" pitchFamily="2" charset="2"/>
              <a:buChar char="q"/>
              <a:defRPr/>
            </a:pPr>
            <a:r>
              <a:rPr lang="en-US" sz="2000" dirty="0"/>
              <a:t> As such, the business plan will provide the basic of evaluating and controlling the company’s performance in the future, in terms of profits, costs and quality </a:t>
            </a:r>
          </a:p>
          <a:p>
            <a:pPr lvl="1" eaLnBrk="1" fontAlgn="auto" hangingPunct="1">
              <a:spcAft>
                <a:spcPts val="0"/>
              </a:spcAft>
              <a:buFont typeface="Wingdings" panose="05000000000000000000" pitchFamily="2" charset="2"/>
              <a:buChar char="q"/>
              <a:defRPr/>
            </a:pPr>
            <a:endParaRPr lang="en-MY" sz="2000" dirty="0"/>
          </a:p>
        </p:txBody>
      </p:sp>
      <p:sp>
        <p:nvSpPr>
          <p:cNvPr id="1843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8DF2E973-3E65-4387-A44C-28FDA8906A58}" type="slidenum">
              <a:rPr lang="en-MY" altLang="en-US" sz="1000">
                <a:solidFill>
                  <a:srgbClr val="898989"/>
                </a:solidFill>
                <a:latin typeface="Calibri" panose="020F0502020204030204" pitchFamily="34" charset="0"/>
              </a:rPr>
              <a:t>14</a:t>
            </a:fld>
            <a:endParaRPr lang="en-MY" altLang="en-US" sz="1000">
              <a:solidFill>
                <a:srgbClr val="898989"/>
              </a:solidFill>
              <a:latin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p:txBody>
          <a:bodyPr/>
          <a:lstStyle/>
          <a:p>
            <a:pPr lvl="1" eaLnBrk="1" fontAlgn="auto" hangingPunct="1">
              <a:spcAft>
                <a:spcPts val="0"/>
              </a:spcAft>
              <a:buFont typeface="Wingdings" panose="05000000000000000000" pitchFamily="2" charset="2"/>
              <a:buChar char="q"/>
              <a:defRPr/>
            </a:pPr>
            <a:r>
              <a:rPr lang="en-US" sz="2000" dirty="0"/>
              <a:t> It can also be used to achieve performance target, analyze consumer behavior, study the competitor’s strength and investigate economic performance locally and internationally    </a:t>
            </a:r>
            <a:endParaRPr lang="en-MY" sz="2000" dirty="0"/>
          </a:p>
        </p:txBody>
      </p:sp>
      <p:sp>
        <p:nvSpPr>
          <p:cNvPr id="1945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Font typeface="Arial" panose="020B0604020202020204" pitchFamily="34" charset="0"/>
              <a:buChar char="•"/>
              <a:defRPr sz="2000">
                <a:solidFill>
                  <a:schemeClr val="tx1"/>
                </a:solidFill>
                <a:latin typeface="Rockwell" panose="02060603020205020403" pitchFamily="18" charset="0"/>
              </a:defRPr>
            </a:lvl1pPr>
            <a:lvl2pPr marL="742950" indent="-285750">
              <a:lnSpc>
                <a:spcPct val="120000"/>
              </a:lnSpc>
              <a:spcBef>
                <a:spcPts val="500"/>
              </a:spcBef>
              <a:buFont typeface="Arial" panose="020B0604020202020204" pitchFamily="34" charset="0"/>
              <a:buChar char="•"/>
              <a:defRPr>
                <a:solidFill>
                  <a:schemeClr val="tx1"/>
                </a:solidFill>
                <a:latin typeface="Rockwell" panose="02060603020205020403" pitchFamily="18" charset="0"/>
              </a:defRPr>
            </a:lvl2pPr>
            <a:lvl3pPr marL="1143000" indent="-228600">
              <a:lnSpc>
                <a:spcPct val="120000"/>
              </a:lnSpc>
              <a:spcBef>
                <a:spcPts val="500"/>
              </a:spcBef>
              <a:buFont typeface="Arial" panose="020B0604020202020204" pitchFamily="34" charset="0"/>
              <a:buChar char="•"/>
              <a:defRPr sz="1600">
                <a:solidFill>
                  <a:schemeClr val="tx1"/>
                </a:solidFill>
                <a:latin typeface="Rockwell" panose="02060603020205020403" pitchFamily="18" charset="0"/>
              </a:defRPr>
            </a:lvl3pPr>
            <a:lvl4pPr marL="1600200" indent="-228600">
              <a:lnSpc>
                <a:spcPct val="120000"/>
              </a:lnSpc>
              <a:spcBef>
                <a:spcPts val="500"/>
              </a:spcBef>
              <a:buFont typeface="Arial" panose="020B0604020202020204" pitchFamily="34" charset="0"/>
              <a:buChar char="•"/>
              <a:defRPr sz="1400">
                <a:solidFill>
                  <a:schemeClr val="tx1"/>
                </a:solidFill>
                <a:latin typeface="Rockwell" panose="02060603020205020403" pitchFamily="18" charset="0"/>
              </a:defRPr>
            </a:lvl4pPr>
            <a:lvl5pPr marL="2057400" indent="-228600">
              <a:lnSpc>
                <a:spcPct val="120000"/>
              </a:lnSpc>
              <a:spcBef>
                <a:spcPts val="500"/>
              </a:spcBef>
              <a:buFont typeface="Arial" panose="020B0604020202020204" pitchFamily="34" charset="0"/>
              <a:buChar char="•"/>
              <a:defRPr sz="1200">
                <a:solidFill>
                  <a:schemeClr val="tx1"/>
                </a:solidFill>
                <a:latin typeface="Rockwell" panose="02060603020205020403" pitchFamily="18" charset="0"/>
              </a:defRPr>
            </a:lvl5pPr>
            <a:lvl6pPr marL="25146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6pPr>
            <a:lvl7pPr marL="29718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7pPr>
            <a:lvl8pPr marL="34290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8pPr>
            <a:lvl9pPr marL="3886200" indent="-228600" eaLnBrk="0" fontAlgn="base" hangingPunct="0">
              <a:lnSpc>
                <a:spcPct val="120000"/>
              </a:lnSpc>
              <a:spcBef>
                <a:spcPts val="500"/>
              </a:spcBef>
              <a:spcAft>
                <a:spcPct val="0"/>
              </a:spcAft>
              <a:buFont typeface="Arial" panose="020B0604020202020204" pitchFamily="34" charset="0"/>
              <a:buChar char="•"/>
              <a:defRPr sz="1200">
                <a:solidFill>
                  <a:schemeClr val="tx1"/>
                </a:solidFill>
                <a:latin typeface="Rockwell" panose="02060603020205020403" pitchFamily="18" charset="0"/>
              </a:defRPr>
            </a:lvl9pPr>
          </a:lstStyle>
          <a:p>
            <a:pPr>
              <a:lnSpc>
                <a:spcPct val="100000"/>
              </a:lnSpc>
              <a:spcBef>
                <a:spcPct val="0"/>
              </a:spcBef>
              <a:buFontTx/>
              <a:buNone/>
            </a:pPr>
            <a:fld id="{459E80F4-0613-4A80-8552-257A17CD9EAE}" type="slidenum">
              <a:rPr lang="en-MY" altLang="en-US" sz="1000">
                <a:solidFill>
                  <a:srgbClr val="898989"/>
                </a:solidFill>
                <a:latin typeface="Calibri" panose="020F0502020204030204" pitchFamily="34" charset="0"/>
              </a:rPr>
              <a:t>15</a:t>
            </a:fld>
            <a:endParaRPr lang="en-MY" altLang="en-US" sz="1000">
              <a:solidFill>
                <a:srgbClr val="898989"/>
              </a:solidFill>
              <a:latin typeface="Calibri" panose="020F050202020403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11</TotalTime>
  <Words>748</Words>
  <Application>Microsoft Office PowerPoint</Application>
  <PresentationFormat>On-screen Show (4:3)</PresentationFormat>
  <Paragraphs>64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Aharoni</vt:lpstr>
      <vt:lpstr>Arial</vt:lpstr>
      <vt:lpstr>Bookman Old Style</vt:lpstr>
      <vt:lpstr>Calibri</vt:lpstr>
      <vt:lpstr>Rockwell</vt:lpstr>
      <vt:lpstr>Wingdings</vt:lpstr>
      <vt:lpstr>Damask</vt:lpstr>
      <vt:lpstr>CHAPTER 3 BUSINESS &amp; FINANCIAL PLAN</vt:lpstr>
      <vt:lpstr>What is Business Plan??</vt:lpstr>
      <vt:lpstr>Characteristics of a Business Plan using SMART Concept</vt:lpstr>
      <vt:lpstr>PowerPoint Presentation</vt:lpstr>
      <vt:lpstr>PowerPoint Presentation</vt:lpstr>
      <vt:lpstr>WHO NEED A BUSINESS PLAN? </vt:lpstr>
      <vt:lpstr>WHY A BUSINESS PLAN IMPORTANT?</vt:lpstr>
      <vt:lpstr>THE IMPORTANCE OF BUSINESS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Politeknik Kuching Sarawak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BUSINESS PLAN</dc:title>
  <dc:subject>F3023 - CYBERPRENEURSHIP</dc:subject>
  <dc:creator>Norfazilah Mohamad Pon</dc:creator>
  <cp:lastModifiedBy>Ezzatus Syima Bt Azizan</cp:lastModifiedBy>
  <cp:revision>130</cp:revision>
  <dcterms:created xsi:type="dcterms:W3CDTF">2010-06-15T02:38:00Z</dcterms:created>
  <dcterms:modified xsi:type="dcterms:W3CDTF">2025-09-02T02:12:04Z</dcterms:modified>
  <cp:category>Lecture Notes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1033-11.2.0.10132</vt:lpwstr>
  </property>
</Properties>
</file>